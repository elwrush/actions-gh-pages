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Mumu: Lesson 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Welcome to Russia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Today, we start a famous Russian story: [HIGHLIGHT: ‘Mumu’]. image: “images/mumu.png” notes: “Introduce the title of the story. The dog is the emotional core of the lesson.”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YOUR MISSION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icon: “fa-landmark” text: “See what life was like in old Russia.”</a:t>
            </a:r>
          </a:p>
          <a:p>
            <a:pPr lvl="1"/>
            <a:r>
              <a:rPr/>
              <a:t>icon: “fa-pen-fancy” text: “Write your first summer story.”</a:t>
            </a:r>
          </a:p>
          <a:p>
            <a:pPr lvl="1"/>
            <a:r>
              <a:rPr/>
              <a:t>icon: “fa-dog” text: “Guess what happens to a dog called Mumu.” notes: “Go through the objectives. Focus on the creative writing and the narrative hook.”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Welcome to Summer School!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Take a moment to tell us who you are, and what Grade 7 was like … icons: - “fa-sun” - “fa-umbrella-beach” - “fa-ice-cream” notes: “Brief icebreaker. Let students share a quick sentence about themselves and their year so far.”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Task 1: The Giant &amp; The Frog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Write a short story about a </a:t>
            </a:r>
            <a:r>
              <a:rPr b="1"/>
              <a:t>Giant</a:t>
            </a:r>
            <a:r>
              <a:rPr/>
              <a:t> and a </a:t>
            </a:r>
            <a:r>
              <a:rPr b="1"/>
              <a:t>Frog</a:t>
            </a:r>
            <a:r>
              <a:rPr/>
              <a:t>. (Aim for about 75 words). items: - image: “images/giant_fantasy.jpg” - image: “images/frog.jpg” timer: 720 notes: “Diagnostic writing task. Monitor their grammar and sentence structure secretly while they write.”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are going to read about a dog called Mumu… But first, let’s meet the people who change her life. notes: “Transitioning from the warm-up task to the core story.”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Gerasim: The strong giant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Mumu: The little dog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Lady: The boss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image: “images/evil-lady.png” notes: “Introduce the antagonist. She owns the house and everyone in it.”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Who are they?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image: “images/Tatiana.png” text: “Tatiana: Gerasim’s friend”</a:t>
            </a:r>
          </a:p>
          <a:p>
            <a:pPr lvl="1"/>
            <a:r>
              <a:rPr/>
              <a:t>image: “images/butler.png” text: “The Butler: The manager”</a:t>
            </a:r>
          </a:p>
          <a:p>
            <a:pPr lvl="1"/>
            <a:r>
              <a:rPr/>
              <a:t>image: “images/drunk.png” text: “The Drunk: The noisy man” notes: “Schema activation. Ask students to judge the characters based on their faces.”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to Guess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Look at their [HIGHLIGHT: faces]. Look at [HIGHLIGHT: where they are]. Guess what they are thinking! strategy_items: - text: “Use visual clues (eyes, mouth, hands).” - text: “Think about the historical setting (1800s).” icon: “fa-brain” notes: “Teaching prediction skills. This helps with reading exams later.”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happens?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Reading Time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Task 2: What do you think?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 you like the Lady? Is Gerasim’s life happy or sad? timer: 300 notes: “Post-reading discussion. Check their comprehension and emotional engagement.”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 be continued…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Mumu: Lesson 1</dc:title>
  <dc:creator/>
  <cp:keywords/>
  <dcterms:created xsi:type="dcterms:W3CDTF">2026-03-10T10:10:15Z</dcterms:created>
  <dcterms:modified xsi:type="dcterms:W3CDTF">2026-03-10T10:10:15Z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_ratio">
    <vt:lpwstr>16:9</vt:lpwstr>
  </property>
  <property fmtid="{D5CDD505-2E9C-101B-9397-08002B2CF9AE}" pid="3" name="lesson_folder">
    <vt:lpwstr>16mar-gr7-mumu-l1</vt:lpwstr>
  </property>
  <property fmtid="{D5CDD505-2E9C-101B-9397-08002B2CF9AE}" pid="4" name="margin">
    <vt:lpwstr>5.0e-2</vt:lpwstr>
  </property>
  <property fmtid="{D5CDD505-2E9C-101B-9397-08002B2CF9AE}" pid="5" name="resolution">
    <vt:lpwstr/>
  </property>
</Properties>
</file>